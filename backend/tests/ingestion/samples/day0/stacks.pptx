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stack is last in, first 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and 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 adds on top; pop removes from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