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real example before the syntax. Ask the class for two more is-a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what goes wrong without virtual: a Vehicle pointer to a Car calls the base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Inheritance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Object-Oriented Programming, Lecture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derived class reuses the members of a base class</a:t>
            </a:r>
          </a:p>
          <a:p>
            <a:r>
              <a:t>It models an is-a relationship: a Car is a Vehicle</a:t>
            </a:r>
          </a:p>
          <a:p>
            <a:r>
              <a:t>The derived class can add new members or change inherited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CS-201 Object-Oriented Programming | Lecture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 Vehicle {</a:t>
            </a:r>
          </a:p>
          <a:p>
            <a:r>
              <a:t>public:</a:t>
            </a:r>
          </a:p>
          <a:p>
            <a:r>
              <a:t>    int wheels;</a:t>
            </a:r>
          </a:p>
          <a:p>
            <a:r>
              <a:t>};</a:t>
            </a:r>
          </a:p>
          <a:p/>
          <a:p>
            <a:r>
              <a:t>class Car : public Vehicle {</a:t>
            </a:r>
          </a:p>
          <a:p>
            <a:r>
              <a:t>public:</a:t>
            </a:r>
          </a:p>
          <a:p>
            <a:r>
              <a:t>    int doors;</a:t>
            </a:r>
          </a:p>
          <a:p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CS-201 Object-Oriented Programming | Lecture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after public inheritance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t>Base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Inside derived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Outside the class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Accessible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accessible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accessible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CS-201 Object-Oriented Programming | Lecture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derived class can redefine a base-class function with the same signature</a:t>
            </a:r>
          </a:p>
          <a:p>
            <a:r>
              <a:t>Mark the base function virtual so the call is chosen at run time</a:t>
            </a:r>
          </a:p>
          <a:p>
            <a:r>
              <a:t>Use override in the derived class so the compiler checks the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CS-201 Object-Oriented Programming | Lecture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Single: one base, one derived class</a:t>
            </a:r>
          </a:p>
          <a:p>
            <a:r>
              <a:t>Multilevel: Vehicle, then Car, then SportsCar</a:t>
            </a:r>
          </a:p>
          <a:p>
            <a:r>
              <a:t>Multiple: one class derives from two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CS-201 Object-Oriented Programming | Lecture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